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uperStoreProject_1762979719029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D3511E0-89CD-4AA5-9777-27383CD409A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Superstore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91A8383-3A6F-4E87-9988-110970B6C0E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4/21/2026 10:05:58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127D4C15-C591-4918-B170-C78BDBD7E3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137" y="685800"/>
            <a:ext cx="61817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2026-04-21T22:05:59Z</dcterms:created>
  <dcterms:modified xsi:type="dcterms:W3CDTF">2026-04-21T22:05:59Z</dcterms:modified>
</cp:coreProperties>
</file>