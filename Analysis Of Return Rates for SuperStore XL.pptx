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nalysisOfReturnRatesforSuperStoreXL/AnalysisofReturnRateTrendsandStrategicImplication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38FACE7-693B-4C48-A891-82B749AD660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Analysis Of Return Rates for SuperStore XL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AC56972-EED9-4B73-8312-E277751DC9B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4/21/2026 10:03:03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1" id="2" name="slide2">
            <a:extLst>
              <a:ext uri="{FF2B5EF4-FFF2-40B4-BE49-F238E27FC236}">
                <a16:creationId xmlns:a16="http://schemas.microsoft.com/office/drawing/2014/main" id="{F0CA2CEC-4479-4277-86A0-054CBF750E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3" id="3" name="slide3">
            <a:extLst>
              <a:ext uri="{FF2B5EF4-FFF2-40B4-BE49-F238E27FC236}">
                <a16:creationId xmlns:a16="http://schemas.microsoft.com/office/drawing/2014/main" id="{6B6860B9-C9AE-4DF6-8470-0B60B55FF6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8" id="4" name="slide4">
            <a:extLst>
              <a:ext uri="{FF2B5EF4-FFF2-40B4-BE49-F238E27FC236}">
                <a16:creationId xmlns:a16="http://schemas.microsoft.com/office/drawing/2014/main" id="{F1BBF0A8-E891-4181-A606-3402AAF312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4" id="5" name="slide5">
            <a:extLst>
              <a:ext uri="{FF2B5EF4-FFF2-40B4-BE49-F238E27FC236}">
                <a16:creationId xmlns:a16="http://schemas.microsoft.com/office/drawing/2014/main" id="{7B10A799-19E6-4D90-B3BC-0F6E7D84DD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10" id="6" name="slide6">
            <a:extLst>
              <a:ext uri="{FF2B5EF4-FFF2-40B4-BE49-F238E27FC236}">
                <a16:creationId xmlns:a16="http://schemas.microsoft.com/office/drawing/2014/main" id="{5496D592-E53D-45A7-8FBA-781D8D33B4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9" id="7" name="slide7">
            <a:extLst>
              <a:ext uri="{FF2B5EF4-FFF2-40B4-BE49-F238E27FC236}">
                <a16:creationId xmlns:a16="http://schemas.microsoft.com/office/drawing/2014/main" id="{00BECD87-A7E4-479C-B43F-E7F50993CF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11" id="8" name="slide8">
            <a:extLst>
              <a:ext uri="{FF2B5EF4-FFF2-40B4-BE49-F238E27FC236}">
                <a16:creationId xmlns:a16="http://schemas.microsoft.com/office/drawing/2014/main" id="{F9001499-EC9C-454D-8505-9FE93FA876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12" id="9" name="slide9">
            <a:extLst>
              <a:ext uri="{FF2B5EF4-FFF2-40B4-BE49-F238E27FC236}">
                <a16:creationId xmlns:a16="http://schemas.microsoft.com/office/drawing/2014/main" id="{D9834FD2-0C52-47D0-8154-648B2F66305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5" id="10" name="slide10">
            <a:extLst>
              <a:ext uri="{FF2B5EF4-FFF2-40B4-BE49-F238E27FC236}">
                <a16:creationId xmlns:a16="http://schemas.microsoft.com/office/drawing/2014/main" id="{DDB8226E-184B-42A0-B60F-AF73763D2B2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sis of Return Rate Trends and Strategic Implications7" id="11" name="slide11">
            <a:extLst>
              <a:ext uri="{FF2B5EF4-FFF2-40B4-BE49-F238E27FC236}">
                <a16:creationId xmlns:a16="http://schemas.microsoft.com/office/drawing/2014/main" id="{2E37B09F-B5D4-44A3-9DE2-34EBFC6B51C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2" y="1290637"/>
            <a:ext cx="5705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2026-04-21T22:03:05Z</dcterms:created>
  <dcterms:modified xsi:type="dcterms:W3CDTF">2026-04-21T22:03:05Z</dcterms:modified>
</cp:coreProperties>
</file>